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6" d="100"/>
          <a:sy n="66" d="100"/>
        </p:scale>
        <p:origin x="561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B4E99-F769-5618-787F-3673ECA81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85E251-1087-497E-6433-04AF1A0A6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7DCF3E-051D-07C1-A917-DB8AC66A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BAB32C-4BA0-BEC9-1E0F-5426844A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6E0058-85A9-FF2A-CC5E-51FDF89F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1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12852-1B01-EBFD-5220-945F65020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AD18A2-BD97-61C9-7108-C8FD10418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0B1443-673B-4EF7-FC72-EF674B7AE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A7D7AE-720E-4BD5-5CBC-BC4D3FD2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454C7A-C2FF-279F-E6DC-50114157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066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62ED9-A18D-2C34-518B-011F9D72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0C9322-6E6A-7247-0A47-27C10A563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9E00D2-CDAD-A369-D3B6-6104E9CB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107271-E4D3-C9FA-69F5-57764468B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CA5E1-E211-9423-1C0B-D36D470FE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765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297CA-1928-8EB1-F3B6-1A77929A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9299A-C6FD-C280-4DD5-4A436FE0E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81B315-0F04-E1DA-37ED-126F782A9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E6F9A9-3163-F1F6-AB99-0F965F09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63120E-44A4-370B-01F4-6344505F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453D8E-F75D-594F-30FF-8979DE44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582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7E811-424C-F492-4895-AE7E518FB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E929D1-CF02-3A3D-8BC9-02112B82D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A445AB-D790-7E5B-5FFC-8253E5622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7DAB2B-2CFF-EDDD-6327-DC483B304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CACF9B-79F7-FD67-228F-A3A2E74F0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C86979-AB9C-1216-C180-C119BF962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05A3552-5F67-7D96-CAC8-7A015F0BC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0D1F1C-CE62-E1A1-0632-A7040B3F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10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FC3095-6E2E-F574-1A35-95ECF70A4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DE165B-7403-1485-977B-C0994588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1B0F96-55EB-F3E1-6D6F-0CBD2573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2C2B09-67A9-CBDA-A948-A7CFAC47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479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8D63A3-9E17-9AC3-D32B-67864C13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D5C11A-EC32-8041-594D-590A6A60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550008-BBA7-8790-AE48-71AACFFC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743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A562B-EBE2-D4CF-1258-15366AE6F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3EDAAA-5F1C-FCD6-90C2-CFB3F17E9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A0A3D9-87A4-F4C8-5949-345DFF55A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54AA4-B186-2B17-AFED-34D80922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EAF0F4-F587-C237-27AF-82F272F2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4A0656-E801-EA2D-0C9D-6A4AC14C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82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8A76A1-4F5F-D87D-3748-1CD58525A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487F38-4F48-8830-C9BA-F7C710770E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BD9887-A2AD-B21B-A5B6-74B249657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C5ADB3-966D-44CC-2AEB-2FBEBC03C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2E2B2A-F7BB-278F-3F32-5C031303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DB2756-7C20-F8E8-9DC4-A0E68908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396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1CC95-AE3B-ECB2-8A96-E5409693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78D261-53EA-14C6-3DB4-34DF1188F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70D7A0-9D88-E352-188A-D2CD08CB5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57C7DE-7233-6A92-2F16-BB8AA5DF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DCCDBD-8690-F658-AC05-2FC5AF6D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47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63E048C-9DB3-F943-0429-6A84B1DB1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FBD816-593A-6195-BB2C-337004802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0CEDB2-668A-7FD9-4672-E3710F7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E5044C-E8E5-4E85-A0F4-16C1510C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825D29-4FBF-6C0A-FBA3-6A7CB5A0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006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4C4D83-79AE-E333-A09B-390B4FE23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55B90A-2636-DA43-0AA2-833336973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C37051-A82A-7A0D-72E6-876F483BC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1B25C-20DF-4893-9FCD-F02037B269B9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659CF9-8EE4-CC00-C607-274188755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BC0049-76E2-5359-3155-60C8CFB68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70D46-E72A-4755-9E1F-27B31B0402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536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48BE89-0255-F542-461B-9FB26A3799F5}"/>
              </a:ext>
            </a:extLst>
          </p:cNvPr>
          <p:cNvSpPr txBox="1"/>
          <p:nvPr/>
        </p:nvSpPr>
        <p:spPr>
          <a:xfrm>
            <a:off x="2416629" y="3004457"/>
            <a:ext cx="6691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TEST PAGE 1:</a:t>
            </a:r>
          </a:p>
          <a:p>
            <a:r>
              <a:rPr lang="en-US" altLang="zh-CN" dirty="0"/>
              <a:t>pptx2img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38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AB86-FC89-2752-4419-CD09510B9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537647A-3B53-2CD6-3D79-8E148DA16677}"/>
              </a:ext>
            </a:extLst>
          </p:cNvPr>
          <p:cNvSpPr txBox="1"/>
          <p:nvPr/>
        </p:nvSpPr>
        <p:spPr>
          <a:xfrm>
            <a:off x="2416629" y="3004457"/>
            <a:ext cx="6691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TEST PAGE 2: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pptx2img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6541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D7BC2"/>
            </a:gs>
            <a:gs pos="100000">
              <a:srgbClr val="EC714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B9FBEFD-06C5-9606-6149-89660D08C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506" y="944015"/>
            <a:ext cx="5082988" cy="508298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975F03F-3ED6-1796-F130-58E1BA635B82}"/>
              </a:ext>
            </a:extLst>
          </p:cNvPr>
          <p:cNvSpPr txBox="1"/>
          <p:nvPr/>
        </p:nvSpPr>
        <p:spPr>
          <a:xfrm>
            <a:off x="2653553" y="3013501"/>
            <a:ext cx="1661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PPTX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C5424E-324E-32FF-0D25-06142187D6CA}"/>
              </a:ext>
            </a:extLst>
          </p:cNvPr>
          <p:cNvSpPr txBox="1"/>
          <p:nvPr/>
        </p:nvSpPr>
        <p:spPr>
          <a:xfrm>
            <a:off x="7581153" y="3013501"/>
            <a:ext cx="16614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PNG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543DBB-A865-0988-BD92-17EDC1113422}"/>
              </a:ext>
            </a:extLst>
          </p:cNvPr>
          <p:cNvSpPr txBox="1"/>
          <p:nvPr/>
        </p:nvSpPr>
        <p:spPr>
          <a:xfrm>
            <a:off x="5265270" y="4826674"/>
            <a:ext cx="1661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TO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790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D7BC2"/>
            </a:gs>
            <a:gs pos="100000">
              <a:srgbClr val="EC7148"/>
            </a:gs>
          </a:gsLst>
          <a:lin ang="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80809-1BC9-9A39-9CE1-30658065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495707C-4881-1547-8A38-B29125DBA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506" y="944015"/>
            <a:ext cx="5082988" cy="508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8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</Words>
  <Application>Microsoft Office PowerPoint</Application>
  <PresentationFormat>宽屏</PresentationFormat>
  <Paragraphs>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张润 林</dc:creator>
  <cp:lastModifiedBy>张润 林</cp:lastModifiedBy>
  <cp:revision>4</cp:revision>
  <dcterms:created xsi:type="dcterms:W3CDTF">2025-12-27T01:42:34Z</dcterms:created>
  <dcterms:modified xsi:type="dcterms:W3CDTF">2025-12-27T01:43:37Z</dcterms:modified>
</cp:coreProperties>
</file>